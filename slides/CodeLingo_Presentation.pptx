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20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96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63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428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99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32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6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210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728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69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90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45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39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68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287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94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340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39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27" y="1698170"/>
            <a:ext cx="7802546" cy="121401"/>
          </a:xfrm>
        </p:spPr>
        <p:txBody>
          <a:bodyPr>
            <a:no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2800" b="1" u="sng" dirty="0" err="1">
                <a:latin typeface="Google Sans Text"/>
              </a:rPr>
              <a:t>CodeLingo</a:t>
            </a:r>
            <a:r>
              <a:rPr lang="en-US" altLang="en-US" sz="2800" dirty="0">
                <a:latin typeface="Google Sans Text"/>
              </a:rPr>
              <a:t>: A High-Maturity Gamified Study Engine </a:t>
            </a:r>
            <a:br>
              <a:rPr lang="en-US" altLang="en-US" sz="2800" dirty="0">
                <a:latin typeface="Google Sans Text"/>
              </a:rPr>
            </a:br>
            <a:br>
              <a:rPr lang="en-US" altLang="en-US" sz="2800" dirty="0">
                <a:latin typeface="Google Sans Text"/>
              </a:rPr>
            </a:br>
            <a:endParaRPr sz="2800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7842B3A3-E8CF-E463-DDE6-20CE33293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828" y="2405008"/>
            <a:ext cx="7551337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Project Title: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Problem Statement: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Addressing the "consistency gap" in student productivity through a gamified momentum engine that turns abstract study goals into rewarding achievements.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Target User: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Computer Science students seeking to gamify coding consistency and track habit momentum.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Design</a:t>
            </a:r>
            <a:br>
              <a:rPr lang="en-IN" b="1" dirty="0"/>
            </a:br>
            <a:endParaRPr dirty="0"/>
          </a:p>
        </p:txBody>
      </p:sp>
      <p:pic>
        <p:nvPicPr>
          <p:cNvPr id="5" name="Picture 4" descr="codelingo_u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0869"/>
            <a:ext cx="4431323" cy="4039689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4A9C3720-48B6-2457-C003-3449CFD8A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1807" y="1879983"/>
            <a:ext cx="4692581" cy="420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Layered Architecture: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Strict separation of concerns between the UI Layer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CodeLingoApp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), Service Layer (Logic/Engine), and Data Access Layer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QuestPersistence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Classes &amp; Responsibilities: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Quest (Abstract):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Defines the "rigorous contract" for all study activities.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QuestFactory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Creational pattern used to decouple object instantiation from UI logic.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QuestPersistence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Manges File I/O for saving XP and streaks to user_stats.txt.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Package Structure: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Organized into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src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/ (Code) and docs/ (UML/Specifications).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OOP Concepts</a:t>
            </a:r>
            <a:br>
              <a:rPr lang="en-IN" b="1" dirty="0"/>
            </a:br>
            <a:endParaRPr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1253DCF-906F-06E3-13A6-F45E9C7E9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44" y="1942069"/>
            <a:ext cx="8571244" cy="364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Abstraction: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Implemented via the Quest abstract class to hide implementation details of XP calculation.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Inheritance: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Specialized subclasses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CodingQuest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TheoryQuest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inheriting base attributes and behaviors.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Polymorphism: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Dynamic Method Binding where object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cr</a:t>
            </a:r>
            <a:r>
              <a:rPr lang="en-US" altLang="en-US" dirty="0" err="1">
                <a:latin typeface="Google Sans Text"/>
              </a:rPr>
              <a:t>calculateXP</a:t>
            </a:r>
            <a:r>
              <a:rPr lang="en-US" altLang="en-US" dirty="0">
                <a:latin typeface="Google Sans Text"/>
              </a:rPr>
              <a:t>() is overridden to yield unique rewards at runtime.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Google Sans Text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 Text"/>
              </a:rPr>
              <a:t>Design Pattern:</a:t>
            </a:r>
            <a:r>
              <a:rPr lang="en-US" altLang="en-US" dirty="0">
                <a:latin typeface="Google Sans Text"/>
              </a:rPr>
              <a:t> </a:t>
            </a:r>
            <a:r>
              <a:rPr lang="en-US" altLang="en-US" b="1" dirty="0">
                <a:latin typeface="Google Sans Text"/>
              </a:rPr>
              <a:t>Factory Method Pattern</a:t>
            </a:r>
            <a:r>
              <a:rPr lang="en-US" altLang="en-US" dirty="0">
                <a:latin typeface="Google Sans Text"/>
              </a:rPr>
              <a:t> used to manage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demonstrating high design maturity.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Technical Highlight</a:t>
            </a:r>
            <a:br>
              <a:rPr lang="en-IN" b="1" dirty="0"/>
            </a:br>
            <a:endParaRPr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D847B9E-1A8F-60E5-F753-DA418304E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294" y="2970433"/>
            <a:ext cx="619755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Design Decision: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Implementation of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Custom Exception Hierarchy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Persistence Layer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Logic: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Use of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InvalidQuestException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for graceful failure management when handling unsupported user inputs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Live Demo</a:t>
            </a:r>
            <a:br>
              <a:rPr lang="en-IN" b="1" dirty="0"/>
            </a:br>
            <a:endParaRPr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EB58C57-BECC-94A9-564A-861F7DFBB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932" y="2410513"/>
            <a:ext cx="604718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Working System: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CodeLingoApp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show the "Welcome back!" message loading previous stats.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Coding Quest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(Difficulty 5) to demonstrate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500 XP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polymorphic reward.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Show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Momentum Engine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incrementing the user streak.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Handling: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Input an invalid quest type (e.g., "Gaming") to trigger and display 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InvalidQuestException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Persistence: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Exit the app and show the updated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user_stats.txt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file to prove the data was saved.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</TotalTime>
  <Words>349</Words>
  <Application>Microsoft Office PowerPoint</Application>
  <PresentationFormat>On-screen Show (4:3)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 Unicode MS</vt:lpstr>
      <vt:lpstr>Aptos</vt:lpstr>
      <vt:lpstr>Arial</vt:lpstr>
      <vt:lpstr>Century Gothic</vt:lpstr>
      <vt:lpstr>Google Sans Text</vt:lpstr>
      <vt:lpstr>Wingdings 3</vt:lpstr>
      <vt:lpstr>Ion Boardroom</vt:lpstr>
      <vt:lpstr>CodeLingo: A High-Maturity Gamified Study Engine   </vt:lpstr>
      <vt:lpstr>System Design </vt:lpstr>
      <vt:lpstr>OOP Concepts </vt:lpstr>
      <vt:lpstr>Technical Highlight </vt:lpstr>
      <vt:lpstr>Live Demo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Ankita Jha</dc:creator>
  <cp:keywords/>
  <dc:description>generated using python-pptx</dc:description>
  <cp:lastModifiedBy>Ankita Jha</cp:lastModifiedBy>
  <cp:revision>2</cp:revision>
  <dcterms:created xsi:type="dcterms:W3CDTF">2013-01-27T09:14:16Z</dcterms:created>
  <dcterms:modified xsi:type="dcterms:W3CDTF">2026-03-29T12:34:10Z</dcterms:modified>
  <cp:category/>
</cp:coreProperties>
</file>